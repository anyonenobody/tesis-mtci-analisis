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INSTRUCCIÓN DE ORATORIA (Minuto 0:00 - 1:15):
Pausa inicial solemne. Saludar con respeto y formalidad a los Miembros del Honorable Tribunal Examinador.
Presentar a los tres autores y a la tutora. Señalar que esta investigación pionera en el CUR-Estelí articula la evidencia empírica en salud mental con la interculturalidad territorial de Las Segovias.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INSTRUCCIÓN DE ORATORIA (Minuto 1:15 - 2:30):
Explicar con claridad la contradicción epistémica y legal: mientras la Ley 774 garantiza el acceso ciudadano a la MTCI, la Ley 292 fija el límite deontológico de que el psicólogo no prescribe. Esto genera el "ocultamiento terapéutico", donde el consultante utiliza plantas o rituales sin mencionarlo en psicoterapia. Subrayar la necesidad de formar psicólogos capaces de indagar y derivar éticamente.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pic>
        <p:nvPicPr>
          <p:cNvPr id="3" name="Image 0" descr="C:\Users\fungicoder\Documents\Fungicoder\Dev\tesis-mtci-analisis\assets\extracted\unan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286000" y="5943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9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NACIONAL AUTÓNOMA DE NICARAGUA, MANAGUA
</a:t>
            </a:r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UNAN-MANAGUA • CENTRO UNIVERSITARIO REGIONAL ESTELÍ (CUR-ESTELÍ)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DEPARTAMENTO DE CIENCIAS DE LA SALUD • CARRERA DE LICENCIATURA EN PSICOLOGÍA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Medicina Tradicional, Complementaria e Integrativa (MTCI) como Complemento en la Atención Psicológica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Mixto con Estudiantes, Facilitadores Locales y Docentes del CUR-Estelí (2026)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solidFill>
            <a:srgbClr val="142642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45720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9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INVESTIGADOR (AUTORES):
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Dina Fabiola García Torres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Tatiana Paola López Ramos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Engel Enoc Zamora Velásquez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217920" y="4572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9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TUTORA:
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Tania Libertad Pérez Guevara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Estelí, Nicaragua • Segundo Semestre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I • PLANTEAMIENTO DEL PROBLEMA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Tensión Jurídica y Necesidad de Integración en Salud Mental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28655" cy="0"/>
          </a:xfrm>
          <a:prstGeom prst="line">
            <a:avLst/>
          </a:prstGeom>
          <a:noFill/>
          <a:ln w="1905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73736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N.º 774: APERTURA Y DERECHO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97280" y="2468880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Reconocimiento del derecho ciudadano a la medicina natural y terapias complementarias.
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Integración promovida por el MINSA en el modelo MOSAFC institucional.
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Alta demanda comunitaria en Estelí para manejo de estrés, duelo y ansiedad cotidiana.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146304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7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N.º 292: LÍMITE Y DELIMITACIÓN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675120" y="2468880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Frontera legal estricta: Los profesionales de psicología NO poseen facultad de prescripción médica ni fitofarmacológica.
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Fenómeno del Ocultamiento Terapéutico: Los usuarios ocultan sus prácticas etnobotánicas por temor al rechazo o juicio clínico.
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Brecha Formativa: 100% de estudiantes y docentes señala ausencia de asignaturas dedicadas en la malla curricular.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UNAN-Managua CUR-Estelí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Defensa de Tesis: MTCI en la Atención Psicológica</dc:title>
  <dc:subject>PptxGenJS Presentation</dc:subject>
  <dc:creator>Dina Fabiola García Torres, Tatiana Paola López Ramos, Engel Enoc Zamora Velásquez</dc:creator>
  <cp:lastModifiedBy>Dina Fabiola García Torres, Tatiana Paola López Ramos, Engel Enoc Zamora Velásquez</cp:lastModifiedBy>
  <cp:revision>1</cp:revision>
  <dcterms:created xsi:type="dcterms:W3CDTF">2026-10-29T20:53:33Z</dcterms:created>
  <dcterms:modified xsi:type="dcterms:W3CDTF">2026-10-29T20:53:33Z</dcterms:modified>
</cp:coreProperties>
</file>